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Multiclass Fish Image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By: Pasupathi 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Classify fish images into multiple species using deep learning.</a:t>
            </a:r>
          </a:p>
          <a:p>
            <a:r>
              <a:t>• Train CNNs and Transfer Learning models.</a:t>
            </a:r>
          </a:p>
          <a:p>
            <a:r>
              <a:t>• Deploy a Streamlit app for real-time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Enhanced Accuracy – Identify best-performing model.</a:t>
            </a:r>
          </a:p>
          <a:p>
            <a:r>
              <a:t>2. Deployment Ready – Real-time classification app.</a:t>
            </a:r>
          </a:p>
          <a:p>
            <a:r>
              <a:t>3. Model Comparison – Choose optimal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Preprocessing &amp; Augmentation</a:t>
            </a:r>
          </a:p>
          <a:p>
            <a:r>
              <a:t>• Train CNN and fine-tune 5 Transfer Learning models</a:t>
            </a:r>
          </a:p>
          <a:p>
            <a:r>
              <a:t>• Evaluate using accuracy, precision, recall, F1-score</a:t>
            </a:r>
          </a:p>
          <a:p>
            <a:r>
              <a:t>• Save best model (.h5)</a:t>
            </a:r>
          </a:p>
          <a:p>
            <a:r>
              <a:t>• Deploy using 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Image dataset containing fish species in separate folders</a:t>
            </a:r>
          </a:p>
          <a:p>
            <a:r>
              <a:t>• Loaded using ImageDataGenerator</a:t>
            </a:r>
          </a:p>
          <a:p>
            <a:r>
              <a:t>• Includes augmentation and train-test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Upload fish image for prediction</a:t>
            </a:r>
          </a:p>
          <a:p>
            <a:r>
              <a:t>• Model displays class name and confidence</a:t>
            </a:r>
          </a:p>
          <a:p>
            <a:r>
              <a:t>• Shows top-5 predictions</a:t>
            </a:r>
          </a:p>
          <a:p>
            <a:r>
              <a:t>• Uses best_fish_model.h5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Trained Models (.h5)</a:t>
            </a:r>
          </a:p>
          <a:p>
            <a:r>
              <a:t>• Streamlit App</a:t>
            </a:r>
          </a:p>
          <a:p>
            <a:r>
              <a:t>• Python Scripts for training/evaluation</a:t>
            </a:r>
          </a:p>
          <a:p>
            <a:r>
              <a:t>• Model Comparison Report</a:t>
            </a:r>
          </a:p>
          <a:p>
            <a:r>
              <a:t>• GitHub Repository</a:t>
            </a:r>
          </a:p>
          <a:p>
            <a:r>
              <a:t>• Documentation &amp; PPT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Follow PEP8 coding standards</a:t>
            </a:r>
          </a:p>
          <a:p>
            <a:r>
              <a:t>• Maintain public GitHub repo</a:t>
            </a:r>
          </a:p>
          <a:p>
            <a:r>
              <a:t>• Create demo video for LinkedIn</a:t>
            </a:r>
          </a:p>
          <a:p>
            <a:r>
              <a:t>• Ensure code modularity and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Presented by: Pasupathi Raj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